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6"/>
  </p:notesMasterIdLst>
  <p:sldIdLst>
    <p:sldId id="262" r:id="rId5"/>
  </p:sldIdLst>
  <p:sldSz cx="43891200" cy="21945600"/>
  <p:notesSz cx="6858000" cy="9144000"/>
  <p:embeddedFontLst>
    <p:embeddedFont>
      <p:font typeface="Libre Baskerville" panose="02000000000000000000" pitchFamily="2" charset="0"/>
      <p:regular r:id="rId7"/>
      <p:bold r:id="rId8"/>
      <p:italic r:id="rId9"/>
    </p:embeddedFont>
    <p:embeddedFont>
      <p:font typeface="Montserrat Light" panose="00000400000000000000" pitchFamily="2" charset="0"/>
      <p:regular r:id="rId10"/>
      <p:italic r:id="rId11"/>
    </p:embeddedFont>
  </p:embeddedFontLst>
  <p:custDataLst>
    <p:tags r:id="rId1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38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8F2C0D-2DAE-4622-ACE2-CD6EC4A70D40}" v="67" dt="2026-04-16T21:20:48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6" d="100"/>
          <a:sy n="26" d="100"/>
        </p:scale>
        <p:origin x="312" y="-67"/>
      </p:cViewPr>
      <p:guideLst>
        <p:guide orient="horz" pos="6912"/>
        <p:guide pos="1382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DB8DD-5AD1-4326-8B21-12060DDCC15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47B8B-0B41-4B52-BA8D-41056959D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83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47B8B-0B41-4B52-BA8D-41056959D68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114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7" y="6817785"/>
            <a:ext cx="37306250" cy="470323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2" y="12435418"/>
            <a:ext cx="30724476" cy="5609167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16" indent="0" algn="ctr">
              <a:buNone/>
              <a:defRPr/>
            </a:lvl2pPr>
            <a:lvl3pPr marL="609630" indent="0" algn="ctr">
              <a:buNone/>
              <a:defRPr/>
            </a:lvl3pPr>
            <a:lvl4pPr marL="914446" indent="0" algn="ctr">
              <a:buNone/>
              <a:defRPr/>
            </a:lvl4pPr>
            <a:lvl5pPr marL="1219262" indent="0" algn="ctr">
              <a:buNone/>
              <a:defRPr/>
            </a:lvl5pPr>
            <a:lvl6pPr marL="1524076" indent="0" algn="ctr">
              <a:buNone/>
              <a:defRPr/>
            </a:lvl6pPr>
            <a:lvl7pPr marL="1828892" indent="0" algn="ctr">
              <a:buNone/>
              <a:defRPr/>
            </a:lvl7pPr>
            <a:lvl8pPr marL="2133708" indent="0" algn="ctr">
              <a:buNone/>
              <a:defRPr/>
            </a:lvl8pPr>
            <a:lvl9pPr marL="243852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8DF5FCE-FDEA-4465-BCF6-C7F63911A9A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06170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43242BF-F4C0-49CF-80EA-38D6C064D5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9843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14102294"/>
            <a:ext cx="37307838" cy="4358217"/>
          </a:xfrm>
        </p:spPr>
        <p:txBody>
          <a:bodyPr anchor="t"/>
          <a:lstStyle>
            <a:defPPr>
              <a:defRPr kern="1200"/>
            </a:defPPr>
            <a:lvl1pPr algn="l">
              <a:defRPr sz="266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9301692"/>
            <a:ext cx="37307838" cy="48006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4"/>
            </a:lvl1pPr>
            <a:lvl2pPr marL="304816" indent="0">
              <a:buNone/>
              <a:defRPr sz="1200"/>
            </a:lvl2pPr>
            <a:lvl3pPr marL="609630" indent="0">
              <a:buNone/>
              <a:defRPr sz="1068"/>
            </a:lvl3pPr>
            <a:lvl4pPr marL="914446" indent="0">
              <a:buNone/>
              <a:defRPr sz="934"/>
            </a:lvl4pPr>
            <a:lvl5pPr marL="1219262" indent="0">
              <a:buNone/>
              <a:defRPr sz="934"/>
            </a:lvl5pPr>
            <a:lvl6pPr marL="1524076" indent="0">
              <a:buNone/>
              <a:defRPr sz="934"/>
            </a:lvl6pPr>
            <a:lvl7pPr marL="1828892" indent="0">
              <a:buNone/>
              <a:defRPr sz="934"/>
            </a:lvl7pPr>
            <a:lvl8pPr marL="2133708" indent="0">
              <a:buNone/>
              <a:defRPr sz="934"/>
            </a:lvl8pPr>
            <a:lvl9pPr marL="2438522" indent="0">
              <a:buNone/>
              <a:defRPr sz="9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29423EF-61E0-492B-A58A-8462960B8B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2720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6" y="5120217"/>
            <a:ext cx="19675476" cy="14484350"/>
          </a:xfrm>
        </p:spPr>
        <p:txBody>
          <a:bodyPr/>
          <a:lstStyle>
            <a:defPPr>
              <a:defRPr kern="1200"/>
            </a:defPPr>
            <a:lvl1pPr>
              <a:defRPr sz="1868"/>
            </a:lvl1pPr>
            <a:lvl2pPr>
              <a:defRPr sz="1600"/>
            </a:lvl2pPr>
            <a:lvl3pPr>
              <a:defRPr sz="1334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2" y="5120217"/>
            <a:ext cx="19675476" cy="14484350"/>
          </a:xfrm>
        </p:spPr>
        <p:txBody>
          <a:bodyPr/>
          <a:lstStyle>
            <a:defPPr>
              <a:defRPr kern="1200"/>
            </a:defPPr>
            <a:lvl1pPr>
              <a:defRPr sz="1868"/>
            </a:lvl1pPr>
            <a:lvl2pPr>
              <a:defRPr sz="1600"/>
            </a:lvl2pPr>
            <a:lvl3pPr>
              <a:defRPr sz="1334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0F45B66-FD4B-43D3-97DD-29BBADAFE8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35441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6" y="4912785"/>
            <a:ext cx="19392900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6" indent="0">
              <a:buNone/>
              <a:defRPr sz="1334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8" b="1"/>
            </a:lvl4pPr>
            <a:lvl5pPr marL="1219262" indent="0">
              <a:buNone/>
              <a:defRPr sz="1068" b="1"/>
            </a:lvl5pPr>
            <a:lvl6pPr marL="1524076" indent="0">
              <a:buNone/>
              <a:defRPr sz="1068" b="1"/>
            </a:lvl6pPr>
            <a:lvl7pPr marL="1828892" indent="0">
              <a:buNone/>
              <a:defRPr sz="1068" b="1"/>
            </a:lvl7pPr>
            <a:lvl8pPr marL="2133708" indent="0">
              <a:buNone/>
              <a:defRPr sz="1068" b="1"/>
            </a:lvl8pPr>
            <a:lvl9pPr marL="2438522" indent="0">
              <a:buNone/>
              <a:defRPr sz="10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6" y="6959600"/>
            <a:ext cx="19392900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4"/>
            </a:lvl2pPr>
            <a:lvl3pPr>
              <a:defRPr sz="1200"/>
            </a:lvl3pPr>
            <a:lvl4pPr>
              <a:defRPr sz="1068"/>
            </a:lvl4pPr>
            <a:lvl5pPr>
              <a:defRPr sz="1068"/>
            </a:lvl5pPr>
            <a:lvl6pPr>
              <a:defRPr sz="1068"/>
            </a:lvl6pPr>
            <a:lvl7pPr>
              <a:defRPr sz="1068"/>
            </a:lvl7pPr>
            <a:lvl8pPr>
              <a:defRPr sz="1068"/>
            </a:lvl8pPr>
            <a:lvl9pPr>
              <a:defRPr sz="10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9" y="4912785"/>
            <a:ext cx="19400838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6" indent="0">
              <a:buNone/>
              <a:defRPr sz="1334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8" b="1"/>
            </a:lvl4pPr>
            <a:lvl5pPr marL="1219262" indent="0">
              <a:buNone/>
              <a:defRPr sz="1068" b="1"/>
            </a:lvl5pPr>
            <a:lvl6pPr marL="1524076" indent="0">
              <a:buNone/>
              <a:defRPr sz="1068" b="1"/>
            </a:lvl6pPr>
            <a:lvl7pPr marL="1828892" indent="0">
              <a:buNone/>
              <a:defRPr sz="1068" b="1"/>
            </a:lvl7pPr>
            <a:lvl8pPr marL="2133708" indent="0">
              <a:buNone/>
              <a:defRPr sz="1068" b="1"/>
            </a:lvl8pPr>
            <a:lvl9pPr marL="2438522" indent="0">
              <a:buNone/>
              <a:defRPr sz="10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9" y="6959600"/>
            <a:ext cx="19400838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4"/>
            </a:lvl2pPr>
            <a:lvl3pPr>
              <a:defRPr sz="1200"/>
            </a:lvl3pPr>
            <a:lvl4pPr>
              <a:defRPr sz="1068"/>
            </a:lvl4pPr>
            <a:lvl5pPr>
              <a:defRPr sz="1068"/>
            </a:lvl5pPr>
            <a:lvl6pPr>
              <a:defRPr sz="1068"/>
            </a:lvl6pPr>
            <a:lvl7pPr>
              <a:defRPr sz="1068"/>
            </a:lvl7pPr>
            <a:lvl8pPr>
              <a:defRPr sz="1068"/>
            </a:lvl8pPr>
            <a:lvl9pPr>
              <a:defRPr sz="10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134DC469-4A79-40F8-9FD1-29BC04AA70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3682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77ED9D9-385C-4EF3-825C-DD7EC451E0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049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D843B82-F4E2-4569-B1E8-B9E053E8F4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208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6" y="874185"/>
            <a:ext cx="14439900" cy="3717925"/>
          </a:xfrm>
        </p:spPr>
        <p:txBody>
          <a:bodyPr anchor="b"/>
          <a:lstStyle>
            <a:defPPr>
              <a:defRPr kern="1200"/>
            </a:defPPr>
            <a:lvl1pPr algn="l">
              <a:defRPr sz="133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6" y="874185"/>
            <a:ext cx="24536400" cy="18729325"/>
          </a:xfrm>
        </p:spPr>
        <p:txBody>
          <a:bodyPr/>
          <a:lstStyle>
            <a:defPPr>
              <a:defRPr kern="1200"/>
            </a:defPPr>
            <a:lvl1pPr>
              <a:defRPr sz="2134"/>
            </a:lvl1pPr>
            <a:lvl2pPr>
              <a:defRPr sz="1868"/>
            </a:lvl2pPr>
            <a:lvl3pPr>
              <a:defRPr sz="1600"/>
            </a:lvl3pPr>
            <a:lvl4pPr>
              <a:defRPr sz="1334"/>
            </a:lvl4pPr>
            <a:lvl5pPr>
              <a:defRPr sz="1334"/>
            </a:lvl5pPr>
            <a:lvl6pPr>
              <a:defRPr sz="1334"/>
            </a:lvl6pPr>
            <a:lvl7pPr>
              <a:defRPr sz="1334"/>
            </a:lvl7pPr>
            <a:lvl8pPr>
              <a:defRPr sz="1334"/>
            </a:lvl8pPr>
            <a:lvl9pPr>
              <a:defRPr sz="13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6" y="4592109"/>
            <a:ext cx="14439900" cy="150114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4"/>
            </a:lvl1pPr>
            <a:lvl2pPr marL="304816" indent="0">
              <a:buNone/>
              <a:defRPr sz="800"/>
            </a:lvl2pPr>
            <a:lvl3pPr marL="609630" indent="0">
              <a:buNone/>
              <a:defRPr sz="668"/>
            </a:lvl3pPr>
            <a:lvl4pPr marL="914446" indent="0">
              <a:buNone/>
              <a:defRPr sz="600"/>
            </a:lvl4pPr>
            <a:lvl5pPr marL="1219262" indent="0">
              <a:buNone/>
              <a:defRPr sz="600"/>
            </a:lvl5pPr>
            <a:lvl6pPr marL="1524076" indent="0">
              <a:buNone/>
              <a:defRPr sz="600"/>
            </a:lvl6pPr>
            <a:lvl7pPr marL="1828892" indent="0">
              <a:buNone/>
              <a:defRPr sz="600"/>
            </a:lvl7pPr>
            <a:lvl8pPr marL="2133708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3D2E94D-57D8-45DE-BBE8-59CBB7A5E38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465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5" y="15361710"/>
            <a:ext cx="26335038" cy="1813983"/>
          </a:xfrm>
        </p:spPr>
        <p:txBody>
          <a:bodyPr anchor="b"/>
          <a:lstStyle>
            <a:defPPr>
              <a:defRPr kern="1200"/>
            </a:defPPr>
            <a:lvl1pPr algn="l">
              <a:defRPr sz="133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5" y="1961093"/>
            <a:ext cx="26335038" cy="131667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134"/>
            </a:lvl1pPr>
            <a:lvl2pPr marL="304816" indent="0">
              <a:buNone/>
              <a:defRPr sz="1868"/>
            </a:lvl2pPr>
            <a:lvl3pPr marL="609630" indent="0">
              <a:buNone/>
              <a:defRPr sz="1600"/>
            </a:lvl3pPr>
            <a:lvl4pPr marL="914446" indent="0">
              <a:buNone/>
              <a:defRPr sz="1334"/>
            </a:lvl4pPr>
            <a:lvl5pPr marL="1219262" indent="0">
              <a:buNone/>
              <a:defRPr sz="1334"/>
            </a:lvl5pPr>
            <a:lvl6pPr marL="1524076" indent="0">
              <a:buNone/>
              <a:defRPr sz="1334"/>
            </a:lvl6pPr>
            <a:lvl7pPr marL="1828892" indent="0">
              <a:buNone/>
              <a:defRPr sz="1334"/>
            </a:lvl7pPr>
            <a:lvl8pPr marL="2133708" indent="0">
              <a:buNone/>
              <a:defRPr sz="1334"/>
            </a:lvl8pPr>
            <a:lvl9pPr marL="2438522" indent="0">
              <a:buNone/>
              <a:defRPr sz="1334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5" y="17175694"/>
            <a:ext cx="26335038" cy="25749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4"/>
            </a:lvl1pPr>
            <a:lvl2pPr marL="304816" indent="0">
              <a:buNone/>
              <a:defRPr sz="800"/>
            </a:lvl2pPr>
            <a:lvl3pPr marL="609630" indent="0">
              <a:buNone/>
              <a:defRPr sz="668"/>
            </a:lvl3pPr>
            <a:lvl4pPr marL="914446" indent="0">
              <a:buNone/>
              <a:defRPr sz="600"/>
            </a:lvl4pPr>
            <a:lvl5pPr marL="1219262" indent="0">
              <a:buNone/>
              <a:defRPr sz="600"/>
            </a:lvl5pPr>
            <a:lvl6pPr marL="1524076" indent="0">
              <a:buNone/>
              <a:defRPr sz="600"/>
            </a:lvl6pPr>
            <a:lvl7pPr marL="1828892" indent="0">
              <a:buNone/>
              <a:defRPr sz="600"/>
            </a:lvl7pPr>
            <a:lvl8pPr marL="2133708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1FD068A-1390-4726-BE45-AB18C473BC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48895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E3CA81D-4204-48B1-A4D7-36EFD127B2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5509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39" y="878417"/>
            <a:ext cx="9875838" cy="18726150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6" y="878417"/>
            <a:ext cx="29475112" cy="18726150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1D08C6D-384C-4677-A8CE-0D580832C4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04977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7" y="878417"/>
            <a:ext cx="39503350" cy="365760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193926" y="5120217"/>
            <a:ext cx="19675476" cy="14484350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2" y="5120217"/>
            <a:ext cx="19675476" cy="14484350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947A3F5-B070-47AF-A223-F33332FE8B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196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3927" y="878417"/>
            <a:ext cx="395033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0254" tIns="235127" rIns="470254" bIns="235127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3927" y="5120217"/>
            <a:ext cx="39503350" cy="144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3927" y="19985568"/>
            <a:ext cx="10242550" cy="152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>
              <a:defRPr sz="4734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527" y="19985568"/>
            <a:ext cx="13900150" cy="152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>
              <a:defRPr sz="4734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4727" y="19985568"/>
            <a:ext cx="10242550" cy="152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>
              <a:defRPr sz="4734" smtClean="0">
                <a:latin typeface="Arial" pitchFamily="34" charset="0"/>
              </a:defRPr>
            </a:lvl1pPr>
          </a:lstStyle>
          <a:p>
            <a:pPr>
              <a:defRPr/>
            </a:pPr>
            <a:fld id="{D74CA0E6-19C8-4E24-ACA2-24DF946E6C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New picture"/>
          <p:cNvPicPr/>
          <p:nvPr/>
        </p:nvPicPr>
        <p:blipFill>
          <a:blip r:embed="rId14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4"/>
          <a:stretch>
            <a:fillRect/>
          </a:stretch>
        </p:blipFill>
        <p:spPr>
          <a:xfrm rot="5400000">
            <a:off x="40690800" y="109728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5"/>
          <a:stretch>
            <a:fillRect/>
          </a:stretch>
        </p:blipFill>
        <p:spPr>
          <a:xfrm>
            <a:off x="6946900" y="224536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6946900" y="230251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 dirty="0">
                <a:solidFill>
                  <a:srgbClr val="808080"/>
                </a:solidFill>
              </a:rPr>
              <a:t>Template ID: </a:t>
            </a:r>
            <a:r>
              <a:rPr sz="4560" dirty="0" err="1">
                <a:solidFill>
                  <a:srgbClr val="808080"/>
                </a:solidFill>
              </a:rPr>
              <a:t>intellectualsage</a:t>
            </a:r>
            <a:r>
              <a:rPr sz="4560" dirty="0">
                <a:solidFill>
                  <a:srgbClr val="808080"/>
                </a:solidFill>
              </a:rPr>
              <a:t>  Size: 48x24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defPPr>
        <a:defRPr kern="1200"/>
      </a:defPPr>
      <a:lvl1pPr algn="ctr" defTabSz="3136000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+mj-lt"/>
          <a:ea typeface="+mj-ea"/>
          <a:cs typeface="+mj-cs"/>
        </a:defRPr>
      </a:lvl1pPr>
      <a:lvl2pPr algn="ctr" defTabSz="3136000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2pPr>
      <a:lvl3pPr algn="ctr" defTabSz="3136000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3pPr>
      <a:lvl4pPr algn="ctr" defTabSz="3136000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4pPr>
      <a:lvl5pPr algn="ctr" defTabSz="3136000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5pPr>
      <a:lvl6pPr marL="304816" algn="ctr" defTabSz="3136000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6pPr>
      <a:lvl7pPr marL="609630" algn="ctr" defTabSz="3136000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7pPr>
      <a:lvl8pPr marL="914446" algn="ctr" defTabSz="3136000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8pPr>
      <a:lvl9pPr marL="1219262" algn="ctr" defTabSz="3136000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9pPr>
    </p:titleStyle>
    <p:bodyStyle>
      <a:defPPr>
        <a:defRPr kern="1200"/>
      </a:defPPr>
      <a:lvl1pPr marL="1174810" indent="-1174810" algn="l" defTabSz="3136000" rtl="0" eaLnBrk="0" fontAlgn="base" hangingPunct="0">
        <a:spcBef>
          <a:spcPct val="20000"/>
        </a:spcBef>
        <a:spcAft>
          <a:spcPct val="0"/>
        </a:spcAft>
        <a:buChar char="•"/>
        <a:defRPr sz="11002">
          <a:solidFill>
            <a:schemeClr val="tx1"/>
          </a:solidFill>
          <a:latin typeface="+mn-lt"/>
          <a:ea typeface="+mn-ea"/>
          <a:cs typeface="+mn-cs"/>
        </a:defRPr>
      </a:lvl1pPr>
      <a:lvl2pPr marL="2548594" indent="-981124" algn="l" defTabSz="313600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3919206" indent="-783206" algn="l" defTabSz="3136000" rtl="0" eaLnBrk="0" fontAlgn="base" hangingPunct="0">
        <a:spcBef>
          <a:spcPct val="20000"/>
        </a:spcBef>
        <a:spcAft>
          <a:spcPct val="0"/>
        </a:spcAft>
        <a:buChar char="•"/>
        <a:defRPr sz="8268">
          <a:solidFill>
            <a:schemeClr val="tx1"/>
          </a:solidFill>
          <a:latin typeface="+mn-lt"/>
        </a:defRPr>
      </a:lvl3pPr>
      <a:lvl4pPr marL="5486674" indent="-783206" algn="l" defTabSz="3136000" rtl="0" eaLnBrk="0" fontAlgn="base" hangingPunct="0">
        <a:spcBef>
          <a:spcPct val="20000"/>
        </a:spcBef>
        <a:spcAft>
          <a:spcPct val="0"/>
        </a:spcAft>
        <a:buChar char="–"/>
        <a:defRPr sz="6868">
          <a:solidFill>
            <a:schemeClr val="tx1"/>
          </a:solidFill>
          <a:latin typeface="+mn-lt"/>
        </a:defRPr>
      </a:lvl4pPr>
      <a:lvl5pPr marL="7055204" indent="-784266" algn="l" defTabSz="3136000" rtl="0" eaLnBrk="0" fontAlgn="base" hangingPunct="0">
        <a:spcBef>
          <a:spcPct val="20000"/>
        </a:spcBef>
        <a:spcAft>
          <a:spcPct val="0"/>
        </a:spcAft>
        <a:buChar char="»"/>
        <a:defRPr sz="6868">
          <a:solidFill>
            <a:schemeClr val="tx1"/>
          </a:solidFill>
          <a:latin typeface="+mn-lt"/>
        </a:defRPr>
      </a:lvl5pPr>
      <a:lvl6pPr marL="7360018" indent="-784266" algn="l" defTabSz="3136000" rtl="0" fontAlgn="base">
        <a:spcBef>
          <a:spcPct val="20000"/>
        </a:spcBef>
        <a:spcAft>
          <a:spcPct val="0"/>
        </a:spcAft>
        <a:buChar char="»"/>
        <a:defRPr sz="6868">
          <a:solidFill>
            <a:schemeClr val="tx1"/>
          </a:solidFill>
          <a:latin typeface="+mn-lt"/>
        </a:defRPr>
      </a:lvl6pPr>
      <a:lvl7pPr marL="7664834" indent="-784266" algn="l" defTabSz="3136000" rtl="0" fontAlgn="base">
        <a:spcBef>
          <a:spcPct val="20000"/>
        </a:spcBef>
        <a:spcAft>
          <a:spcPct val="0"/>
        </a:spcAft>
        <a:buChar char="»"/>
        <a:defRPr sz="6868">
          <a:solidFill>
            <a:schemeClr val="tx1"/>
          </a:solidFill>
          <a:latin typeface="+mn-lt"/>
        </a:defRPr>
      </a:lvl7pPr>
      <a:lvl8pPr marL="7969648" indent="-784266" algn="l" defTabSz="3136000" rtl="0" fontAlgn="base">
        <a:spcBef>
          <a:spcPct val="20000"/>
        </a:spcBef>
        <a:spcAft>
          <a:spcPct val="0"/>
        </a:spcAft>
        <a:buChar char="»"/>
        <a:defRPr sz="6868">
          <a:solidFill>
            <a:schemeClr val="tx1"/>
          </a:solidFill>
          <a:latin typeface="+mn-lt"/>
        </a:defRPr>
      </a:lvl8pPr>
      <a:lvl9pPr marL="8274464" indent="-784266" algn="l" defTabSz="3136000" rtl="0" fontAlgn="base">
        <a:spcBef>
          <a:spcPct val="20000"/>
        </a:spcBef>
        <a:spcAft>
          <a:spcPct val="0"/>
        </a:spcAft>
        <a:buChar char="»"/>
        <a:defRPr sz="6868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8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76ED1-64B5-2DAA-8B50-621A79A99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04232256-2035-F76F-E9A7-C8A4B0E79834}"/>
              </a:ext>
            </a:extLst>
          </p:cNvPr>
          <p:cNvSpPr/>
          <p:nvPr/>
        </p:nvSpPr>
        <p:spPr bwMode="auto">
          <a:xfrm>
            <a:off x="615472" y="193025"/>
            <a:ext cx="42976800" cy="2620358"/>
          </a:xfrm>
          <a:prstGeom prst="round2DiagRect">
            <a:avLst/>
          </a:prstGeom>
          <a:solidFill>
            <a:schemeClr val="accent6">
              <a:alpha val="82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0960" tIns="30480" rIns="60960" bIns="30480" numCol="1" rtlCol="0" anchor="t" anchorCtr="0" compatLnSpc="1">
            <a:prstTxWarp prst="textNoShape">
              <a:avLst/>
            </a:prstTxWarp>
          </a:bodyPr>
          <a:lstStyle/>
          <a:p>
            <a:pPr defTabSz="3136000"/>
            <a:endParaRPr lang="en-US" sz="2534" dirty="0"/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53EC07CB-CE3A-9508-4A48-C22C9036020E}"/>
              </a:ext>
            </a:extLst>
          </p:cNvPr>
          <p:cNvSpPr txBox="1"/>
          <p:nvPr/>
        </p:nvSpPr>
        <p:spPr>
          <a:xfrm>
            <a:off x="1048744" y="490508"/>
            <a:ext cx="41590452" cy="842248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lang="en-US"/>
            </a:defPPr>
            <a:lvl1pPr marL="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03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0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12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16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19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23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2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31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700" dirty="0">
                <a:solidFill>
                  <a:schemeClr val="bg1"/>
                </a:solidFill>
                <a:latin typeface="Libre Baskerville" panose="02000000000000000000" pitchFamily="2" charset="0"/>
              </a:rPr>
              <a:t>Citizen Support Conversational AI Agent 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0EB8118E-F36F-6D6E-A040-7D37BD4D2E98}"/>
              </a:ext>
            </a:extLst>
          </p:cNvPr>
          <p:cNvSpPr txBox="1"/>
          <p:nvPr/>
        </p:nvSpPr>
        <p:spPr>
          <a:xfrm>
            <a:off x="1048744" y="1516453"/>
            <a:ext cx="41590452" cy="1235466"/>
          </a:xfrm>
          <a:prstGeom prst="rect">
            <a:avLst/>
          </a:prstGeom>
        </p:spPr>
        <p:txBody>
          <a:bodyPr lIns="85344" tIns="42672" rIns="85344" bIns="42672">
            <a:noAutofit/>
          </a:bodyPr>
          <a:lstStyle>
            <a:defPPr>
              <a:defRPr lang="en-US"/>
            </a:defPPr>
            <a:lvl1pPr marL="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03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0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12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16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19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23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2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31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700" dirty="0">
                <a:solidFill>
                  <a:schemeClr val="bg1"/>
                </a:solidFill>
                <a:latin typeface="Montserrat Light" panose="00000400000000000000" pitchFamily="50" charset="0"/>
              </a:rPr>
              <a:t>Authors; Uswat Yusuf, Samik Hafeez, Oudat Shabbir</a:t>
            </a:r>
          </a:p>
          <a:p>
            <a:pPr algn="ctr"/>
            <a:r>
              <a:rPr lang="en-US" sz="3700" dirty="0">
                <a:solidFill>
                  <a:schemeClr val="bg1"/>
                </a:solidFill>
                <a:latin typeface="Montserrat Light" panose="00000400000000000000" pitchFamily="50" charset="0"/>
              </a:rPr>
              <a:t>Dep: Faculty of Engineering and Informatics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0B552-D386-A1F5-872D-247970FB0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20" y="512176"/>
            <a:ext cx="7608136" cy="2143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D5B522-5A0E-59F5-7609-0ABAE2C31A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7484" y="649186"/>
            <a:ext cx="7227136" cy="186821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E8BC39C-9CC4-8CB6-8538-48331E975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1457" y="12534326"/>
            <a:ext cx="11341318" cy="45812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10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 defTabSz="3135216">
              <a:defRPr/>
            </a:pPr>
            <a:r>
              <a:rPr lang="en-US" sz="28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Results &amp; Evaluation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F89618-CC74-3586-6803-6A778E683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" y="12534326"/>
            <a:ext cx="8792572" cy="46959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10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 defTabSz="3135216">
              <a:defRPr/>
            </a:pPr>
            <a:r>
              <a:rPr lang="en-US" sz="28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Agile PM</a:t>
            </a:r>
            <a:endParaRPr lang="en-US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BC0CAC2-2D4F-8C83-9B33-838A29DCA6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0" t="5625" r="5939" b="6114"/>
          <a:stretch>
            <a:fillRect/>
          </a:stretch>
        </p:blipFill>
        <p:spPr>
          <a:xfrm>
            <a:off x="29603243" y="14185592"/>
            <a:ext cx="7063935" cy="737941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62B4E30-35A8-7D0C-382B-FD9E5F00B1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5" t="6097" r="6545" b="6189"/>
          <a:stretch>
            <a:fillRect/>
          </a:stretch>
        </p:blipFill>
        <p:spPr>
          <a:xfrm>
            <a:off x="36658762" y="14185592"/>
            <a:ext cx="6933510" cy="723138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7575AB6-88C9-1F46-A257-E6DD1B89B3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0" t="6310" r="6491" b="6020"/>
          <a:stretch>
            <a:fillRect/>
          </a:stretch>
        </p:blipFill>
        <p:spPr>
          <a:xfrm>
            <a:off x="270843" y="3964200"/>
            <a:ext cx="7134454" cy="841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F329F5D-1A4F-C266-3CDB-2A7CA4A7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3123524"/>
            <a:ext cx="43891200" cy="62798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10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 defTabSz="3135216">
              <a:defRPr/>
            </a:pPr>
            <a:r>
              <a:rPr lang="en-US" sz="28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CDIO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74BBDB-E63B-B0C4-5560-A257497E9B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6" t="9624" r="3524" b="9619"/>
          <a:stretch>
            <a:fillRect/>
          </a:stretch>
        </p:blipFill>
        <p:spPr>
          <a:xfrm>
            <a:off x="22511827" y="10049682"/>
            <a:ext cx="9087654" cy="36835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9834754-2ECA-4BFA-62EC-9EAE9061CC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" t="9407" r="3476" b="8611"/>
          <a:stretch>
            <a:fillRect/>
          </a:stretch>
        </p:blipFill>
        <p:spPr>
          <a:xfrm>
            <a:off x="32165708" y="10049682"/>
            <a:ext cx="11454652" cy="368358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3FBEBC5-58E3-6CCF-D50A-D77CE97993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" t="3594" r="1276" b="3309"/>
          <a:stretch>
            <a:fillRect/>
          </a:stretch>
        </p:blipFill>
        <p:spPr>
          <a:xfrm>
            <a:off x="22511827" y="3902317"/>
            <a:ext cx="21433558" cy="583722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3AF7C68-9B9F-8781-A181-06247A9795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9" t="6988" r="3559" b="7725"/>
          <a:stretch>
            <a:fillRect/>
          </a:stretch>
        </p:blipFill>
        <p:spPr>
          <a:xfrm>
            <a:off x="7376734" y="3902316"/>
            <a:ext cx="15135092" cy="84193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2940E25-D5EB-82CB-40B6-AF13C36AEA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19" t="40719" b="18154"/>
          <a:stretch>
            <a:fillRect/>
          </a:stretch>
        </p:blipFill>
        <p:spPr>
          <a:xfrm>
            <a:off x="9011457" y="13003922"/>
            <a:ext cx="11341318" cy="4330043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7B7F03B0-ADAE-FD38-225D-61F643DB8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8607" y="19309491"/>
            <a:ext cx="3553942" cy="73685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10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 defTabSz="3135216">
              <a:defRPr/>
            </a:pPr>
            <a:r>
              <a:rPr lang="en-US" sz="28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Try It Out!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56B81FD-622E-E57C-58B6-4D0344F8CD6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97" r="35967"/>
          <a:stretch>
            <a:fillRect/>
          </a:stretch>
        </p:blipFill>
        <p:spPr>
          <a:xfrm>
            <a:off x="5104" y="12992455"/>
            <a:ext cx="8792572" cy="895314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54C6285-B2EE-220F-C21F-A7238C090C1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" t="6000" r="3608" b="7230"/>
          <a:stretch>
            <a:fillRect/>
          </a:stretch>
        </p:blipFill>
        <p:spPr>
          <a:xfrm>
            <a:off x="20434181" y="13849601"/>
            <a:ext cx="9087655" cy="39516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15FC94-8460-D921-081C-FA400EE492C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23" t="1913" r="344"/>
          <a:stretch>
            <a:fillRect/>
          </a:stretch>
        </p:blipFill>
        <p:spPr>
          <a:xfrm>
            <a:off x="10072101" y="17455900"/>
            <a:ext cx="9087655" cy="42966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398B949-E21E-B09D-A813-9457916E46B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283" y="18103570"/>
            <a:ext cx="3593732" cy="359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8996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intellectualsage|08-2022"/>
</p:tagLst>
</file>

<file path=ppt/theme/theme1.xml><?xml version="1.0" encoding="utf-8"?>
<a:theme xmlns:a="http://schemas.openxmlformats.org/drawingml/2006/main" name="Default Desig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65b4dc-ff92-46b9-8381-2a4055280c3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EEBAF65347514596DE07BA698A96CD" ma:contentTypeVersion="16" ma:contentTypeDescription="Create a new document." ma:contentTypeScope="" ma:versionID="279d702a5df03daa31fa0446a2be3609">
  <xsd:schema xmlns:xsd="http://www.w3.org/2001/XMLSchema" xmlns:xs="http://www.w3.org/2001/XMLSchema" xmlns:p="http://schemas.microsoft.com/office/2006/metadata/properties" xmlns:ns3="7e65b4dc-ff92-46b9-8381-2a4055280c38" xmlns:ns4="7eae2b5e-1a97-4bfc-a24f-11d7ca82180e" targetNamespace="http://schemas.microsoft.com/office/2006/metadata/properties" ma:root="true" ma:fieldsID="f6ef06239aee900028632a5ea008c390" ns3:_="" ns4:_="">
    <xsd:import namespace="7e65b4dc-ff92-46b9-8381-2a4055280c38"/>
    <xsd:import namespace="7eae2b5e-1a97-4bfc-a24f-11d7ca8218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DateTaken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5b4dc-ff92-46b9-8381-2a4055280c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ae2b5e-1a97-4bfc-a24f-11d7ca82180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71598E-9C5C-47A5-87FB-DE61D3C0338C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7e65b4dc-ff92-46b9-8381-2a4055280c38"/>
    <ds:schemaRef ds:uri="http://schemas.openxmlformats.org/package/2006/metadata/core-properties"/>
    <ds:schemaRef ds:uri="http://www.w3.org/XML/1998/namespace"/>
    <ds:schemaRef ds:uri="http://purl.org/dc/dcmitype/"/>
    <ds:schemaRef ds:uri="7eae2b5e-1a97-4bfc-a24f-11d7ca82180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659EFA6-3144-45C8-81B9-C2D8CF63F3D5}">
  <ds:schemaRefs>
    <ds:schemaRef ds:uri="7e65b4dc-ff92-46b9-8381-2a4055280c38"/>
    <ds:schemaRef ds:uri="7eae2b5e-1a97-4bfc-a24f-11d7ca8218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A398C6-4CC3-4AF0-9546-93C2FF81A9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33</Words>
  <Application>Microsoft Office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Libre Baskerville</vt:lpstr>
      <vt:lpstr>Arial</vt:lpstr>
      <vt:lpstr>Aptos</vt:lpstr>
      <vt:lpstr>Montserrat Light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Oudat Oudat Shabbir</cp:lastModifiedBy>
  <cp:revision>2</cp:revision>
  <dcterms:modified xsi:type="dcterms:W3CDTF">2026-04-16T21:45:41Z</dcterms:modified>
  <cp:category>templates for scientific 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0x01010026EEBAF65347514596DE07BA698A96CD</vt:lpwstr>
  </property>
</Properties>
</file>